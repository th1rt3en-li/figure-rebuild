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c38ef8b7b04ee9" /><Relationship Type="http://schemas.openxmlformats.org/officeDocument/2006/relationships/extended-properties" Target="/docProps/app.xml" Id="Re6c6ea38627d4917" /><Relationship Type="http://schemas.openxmlformats.org/officeDocument/2006/relationships/officeDocument" Target="/ppt/presentation.xml" Id="Rd29bb0990cd9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10b278a17f4aa0"/>
  </p:sldMasterIdLst>
  <p:notesMasterIdLst>
    <p:notesMasterId xmlns:r="http://schemas.openxmlformats.org/officeDocument/2006/relationships" r:id="R45ab21a7ee8b43ad"/>
  </p:notesMasterIdLst>
  <p:sldIdLst>
    <p:sldId xmlns:r="http://schemas.openxmlformats.org/officeDocument/2006/relationships" id="256" r:id="Red5fafb5bff64c72"/>
  </p:sldIdLst>
  <p:sldSz cx="14363700" cy="3676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060daac1834826" /><Relationship Type="http://schemas.openxmlformats.org/officeDocument/2006/relationships/slideMaster" Target="/ppt/slideMasters/slideMaster1.xml" Id="Rc610b278a17f4aa0" /><Relationship Type="http://schemas.openxmlformats.org/officeDocument/2006/relationships/notesMaster" Target="/ppt/notesMasters/notesMaster1.xml" Id="R45ab21a7ee8b43ad" /><Relationship Type="http://schemas.openxmlformats.org/officeDocument/2006/relationships/presProps" Target="/ppt/presProps.xml" Id="Rbd5a46eebe25473d" /><Relationship Type="http://schemas.openxmlformats.org/officeDocument/2006/relationships/tableStyles" Target="/ppt/tableStyles.xml" Id="R9702a19213b74af8" /><Relationship Type="http://schemas.openxmlformats.org/officeDocument/2006/relationships/slide" Target="/ppt/slides/slide1.xml" Id="Red5fafb5bff6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90c5e3bfe34b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21406e66e14876" /><Relationship Type="http://schemas.openxmlformats.org/officeDocument/2006/relationships/notesMaster" Target="/ppt/notesMasters/notesMaster1.xml" Id="R2496cbe5ac9e42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sources/authored.svg</a:t>
            </a:r>
          </a:p>
          <a:p xmlns:a="http://schemas.openxmlformats.org/drawingml/2006/main">
            <a:r>
              <a:t>Classification: generated_diagram. Original SHA256: 8f50f5a0bdc1174cbeeea4263a3ff6c6aecdc817597a934857178c9c540e7fde. Recognition: calling_host. Original figure authored from the saved brief and explicit graph; review scientific meaning and actual preview.</a:t>
            </a:r>
          </a:p>
          <a:p xmlns:a="http://schemas.openxmlformats.org/drawingml/2006/main">
            <a:r>
              <a:t>Native paths: 13; live text boxes: 12; embedded image assets: 0. Glyph outlines, when present, are paths and are not live text. Original raster panels remain raster. Live text uses configured families: Arial. This reconstruction does not add new experimental evidence. Visual acceptance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265b2b95a4d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baa266674a419c" /><Relationship Type="http://schemas.openxmlformats.org/officeDocument/2006/relationships/slideLayout" Target="/ppt/slideLayouts/slideLayout1.xml" Id="R0d80d0137a0f46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0d0137a0f46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59b83aba94f4a" /><Relationship Type="http://schemas.openxmlformats.org/officeDocument/2006/relationships/notesSlide" Target="/ppt/notesSlides/notesSlide1.xml" Id="R9066fc73f51a46b5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6" name="edge-input-normalize" descr="source_id=edge-input-normalize">
            <a:extLst>
              <a:ext uri="{FF2B5EF4-FFF2-40B4-BE49-F238E27FC236}">
                <a16:creationId id="{AA06FD84-483D-4FB0-8CDB-F8E1A55DBAD0}"/>
              </a:ext>
            </a:extLst>
          </p:cNvPr>
          <p:cNvSpPr>
            <a:spLocks noGrp="1"/>
          </p:cNvSpPr>
          <p:nvPr/>
        </p:nvSpPr>
        <p:spPr>
          <a:xfrm rot="0">
            <a:off x="24765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2" name="edge-input-normalize-head" descr="source_id=edge-input-normalize-head">
            <a:extLst>
              <a:ext uri="{FF2B5EF4-FFF2-40B4-BE49-F238E27FC236}">
                <a16:creationId id="{1EF4E29A-3973-414E-8636-F7B49F6132CA}"/>
              </a:ext>
            </a:extLst>
          </p:cNvPr>
          <p:cNvSpPr>
            <a:spLocks noGrp="1"/>
          </p:cNvSpPr>
          <p:nvPr/>
        </p:nvSpPr>
        <p:spPr>
          <a:xfrm rot="0">
            <a:off x="33432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3" name="edge-normalize-encoder" descr="source_id=edge-normalize-encoder">
            <a:extLst>
              <a:ext uri="{FF2B5EF4-FFF2-40B4-BE49-F238E27FC236}">
                <a16:creationId id="{934533F2-C2AA-4A57-A8BD-B3FEC532FCD0}"/>
              </a:ext>
            </a:extLst>
          </p:cNvPr>
          <p:cNvSpPr>
            <a:spLocks noGrp="1"/>
          </p:cNvSpPr>
          <p:nvPr/>
        </p:nvSpPr>
        <p:spPr>
          <a:xfrm rot="0">
            <a:off x="52959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4" name="edge-normalize-encoder-head" descr="source_id=edge-normalize-encoder-head">
            <a:extLst>
              <a:ext uri="{FF2B5EF4-FFF2-40B4-BE49-F238E27FC236}">
                <a16:creationId id="{24897F66-12EA-4880-A0DF-C79E95ED686B}"/>
              </a:ext>
            </a:extLst>
          </p:cNvPr>
          <p:cNvSpPr>
            <a:spLocks noGrp="1"/>
          </p:cNvSpPr>
          <p:nvPr/>
        </p:nvSpPr>
        <p:spPr>
          <a:xfrm rot="0">
            <a:off x="61626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5" name="edge-encoder-head" descr="source_id=edge-encoder-head">
            <a:extLst>
              <a:ext uri="{FF2B5EF4-FFF2-40B4-BE49-F238E27FC236}">
                <a16:creationId id="{5AF3E985-EFCC-49E3-AA2F-DD8162035C3A}"/>
              </a:ext>
            </a:extLst>
          </p:cNvPr>
          <p:cNvSpPr>
            <a:spLocks noGrp="1"/>
          </p:cNvSpPr>
          <p:nvPr/>
        </p:nvSpPr>
        <p:spPr>
          <a:xfrm rot="0">
            <a:off x="81153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6" name="edge-encoder-head-head" descr="source_id=edge-encoder-head-head">
            <a:extLst>
              <a:ext uri="{FF2B5EF4-FFF2-40B4-BE49-F238E27FC236}">
                <a16:creationId id="{EADBBF0C-B458-4B87-B67B-3F1CA1C0B505}"/>
              </a:ext>
            </a:extLst>
          </p:cNvPr>
          <p:cNvSpPr>
            <a:spLocks noGrp="1"/>
          </p:cNvSpPr>
          <p:nvPr/>
        </p:nvSpPr>
        <p:spPr>
          <a:xfrm rot="0">
            <a:off x="89820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7" name="edge-head-output" descr="source_id=edge-head-output">
            <a:extLst>
              <a:ext uri="{FF2B5EF4-FFF2-40B4-BE49-F238E27FC236}">
                <a16:creationId id="{82687DE6-753A-47EB-BECA-F7AF24E60202}"/>
              </a:ext>
            </a:extLst>
          </p:cNvPr>
          <p:cNvSpPr>
            <a:spLocks noGrp="1"/>
          </p:cNvSpPr>
          <p:nvPr/>
        </p:nvSpPr>
        <p:spPr>
          <a:xfrm rot="0">
            <a:off x="10934700" y="1971675"/>
            <a:ext cx="952500" cy="95"/>
          </a:xfrm>
          <a:custGeom>
            <a:pathLst>
              <a:path w="952500" h="95">
                <a:moveTo>
                  <a:pt x="0" y="0"/>
                </a:moveTo>
                <a:lnTo>
                  <a:pt x="190500" y="0"/>
                </a:lnTo>
                <a:lnTo>
                  <a:pt x="762000" y="0"/>
                </a:lnTo>
                <a:lnTo>
                  <a:pt x="952500" y="0"/>
                </a:lnTo>
              </a:path>
            </a:pathLst>
          </a:custGeom>
          <a:noFill/>
          <a:ln w="17145" cap="rnd">
            <a:solidFill>
              <a:srgbClr val="34465D">
                <a:alpha val="100000"/>
              </a:srgbClr>
            </a:solidFill>
            <a:prstDash val="solid"/>
            <a:round/>
          </a:ln>
        </p:spPr>
      </p:sp>
      <p:sp>
        <p:nvSpPr>
          <p:cNvPr id="8" name="edge-head-output-head" descr="source_id=edge-head-output-head">
            <a:extLst>
              <a:ext uri="{FF2B5EF4-FFF2-40B4-BE49-F238E27FC236}">
                <a16:creationId id="{00C9F764-40BE-48E9-A25C-53CCBEF43021}"/>
              </a:ext>
            </a:extLst>
          </p:cNvPr>
          <p:cNvSpPr>
            <a:spLocks noGrp="1"/>
          </p:cNvSpPr>
          <p:nvPr/>
        </p:nvSpPr>
        <p:spPr>
          <a:xfrm rot="0">
            <a:off x="11801475" y="1933575"/>
            <a:ext cx="85725" cy="76200"/>
          </a:xfrm>
          <a:custGeom>
            <a:pathLst>
              <a:path w="85725" h="76200">
                <a:moveTo>
                  <a:pt x="0" y="0"/>
                </a:moveTo>
                <a:lnTo>
                  <a:pt x="85725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34465D">
              <a:alpha val="100000"/>
            </a:srgbClr>
          </a:solidFill>
          <a:ln w="0" cap="rnd">
            <a:noFill/>
            <a:prstDash val="solid"/>
            <a:round/>
          </a:ln>
        </p:spPr>
      </p:sp>
      <p:sp>
        <p:nvSpPr>
          <p:cNvPr id="9" name="node-input" descr="source_id=node-input">
            <a:extLst>
              <a:ext uri="{FF2B5EF4-FFF2-40B4-BE49-F238E27FC236}">
                <a16:creationId id="{95E3D856-F361-4600-B111-A2EE646D74AA}"/>
              </a:ext>
            </a:extLst>
          </p:cNvPr>
          <p:cNvSpPr>
            <a:spLocks noGrp="1"/>
          </p:cNvSpPr>
          <p:nvPr/>
        </p:nvSpPr>
        <p:spPr>
          <a:xfrm rot="0">
            <a:off x="6096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F4F7">
              <a:alpha val="100000"/>
            </a:srgbClr>
          </a:solidFill>
          <a:ln w="14288" cap="rnd">
            <a:solidFill>
              <a:srgbClr val="667085">
                <a:alpha val="100000"/>
              </a:srgbClr>
            </a:solidFill>
            <a:prstDash val="solid"/>
            <a:round/>
          </a:ln>
        </p:spPr>
      </p:sp>
      <p:sp>
        <p:nvSpPr>
          <p:cNvPr id="10" name="node-input-label" descr="source_id=node-input-label">
            <a:extLst>
              <a:ext uri="{FF2B5EF4-FFF2-40B4-BE49-F238E27FC236}">
                <a16:creationId id="{870E41B1-C397-47FC-BB51-51A273640613}"/>
              </a:ext>
            </a:extLst>
          </p:cNvPr>
          <p:cNvSpPr>
            <a:spLocks noGrp="1"/>
          </p:cNvSpPr>
          <p:nvPr/>
        </p:nvSpPr>
        <p:spPr>
          <a:xfrm rot="0">
            <a:off x="762000" y="16621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Observations</a:t>
            </a:r>
          </a:p>
        </p:txBody>
      </p:sp>
      <p:sp>
        <p:nvSpPr>
          <p:cNvPr id="11" name="node-input-detail" descr="source_id=node-input-detail">
            <a:extLst>
              <a:ext uri="{FF2B5EF4-FFF2-40B4-BE49-F238E27FC236}">
                <a16:creationId id="{F0E93489-B6A8-4FD5-B5F9-2010E21D1CD2}"/>
              </a:ext>
            </a:extLst>
          </p:cNvPr>
          <p:cNvSpPr>
            <a:spLocks noGrp="1"/>
          </p:cNvSpPr>
          <p:nvPr/>
        </p:nvSpPr>
        <p:spPr>
          <a:xfrm rot="0">
            <a:off x="762000" y="205263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 samples</a:t>
            </a:r>
          </a:p>
        </p:txBody>
      </p:sp>
      <p:sp>
        <p:nvSpPr>
          <p:cNvPr id="12" name="node-normalize" descr="source_id=node-normalize">
            <a:extLst>
              <a:ext uri="{FF2B5EF4-FFF2-40B4-BE49-F238E27FC236}">
                <a16:creationId id="{205D09A4-6C98-4A2D-99A1-3FBC2AD13085}"/>
              </a:ext>
            </a:extLst>
          </p:cNvPr>
          <p:cNvSpPr>
            <a:spLocks noGrp="1"/>
          </p:cNvSpPr>
          <p:nvPr/>
        </p:nvSpPr>
        <p:spPr>
          <a:xfrm rot="0">
            <a:off x="34290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13" name="node-normalize-label" descr="source_id=node-normalize-label">
            <a:extLst>
              <a:ext uri="{FF2B5EF4-FFF2-40B4-BE49-F238E27FC236}">
                <a16:creationId id="{05063423-4D85-4298-A1A2-48DFB14F1FE7}"/>
              </a:ext>
            </a:extLst>
          </p:cNvPr>
          <p:cNvSpPr>
            <a:spLocks noGrp="1"/>
          </p:cNvSpPr>
          <p:nvPr/>
        </p:nvSpPr>
        <p:spPr>
          <a:xfrm rot="0">
            <a:off x="3581400" y="15478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Normalization</a:t>
            </a:r>
          </a:p>
        </p:txBody>
      </p:sp>
      <p:sp>
        <p:nvSpPr>
          <p:cNvPr id="14" name="node-normalize-detail" descr="source_id=node-normalize-detail">
            <a:extLst>
              <a:ext uri="{FF2B5EF4-FFF2-40B4-BE49-F238E27FC236}">
                <a16:creationId id="{DFF81690-8F49-4FD4-89A0-CF6D1D1CFB22}"/>
              </a:ext>
            </a:extLst>
          </p:cNvPr>
          <p:cNvSpPr>
            <a:spLocks noGrp="1"/>
          </p:cNvSpPr>
          <p:nvPr/>
        </p:nvSpPr>
        <p:spPr>
          <a:xfrm rot="0">
            <a:off x="3581400" y="1938338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Shared preprocessing</a:t>
            </a:r>
          </a:p>
        </p:txBody>
      </p:sp>
      <p:sp>
        <p:nvSpPr>
          <p:cNvPr id="15" name="node-encoder" descr="source_id=node-encoder">
            <a:extLst>
              <a:ext uri="{FF2B5EF4-FFF2-40B4-BE49-F238E27FC236}">
                <a16:creationId id="{8B54DBEB-5BEF-4B9F-A7E2-528E7ED4A043}"/>
              </a:ext>
            </a:extLst>
          </p:cNvPr>
          <p:cNvSpPr>
            <a:spLocks noGrp="1"/>
          </p:cNvSpPr>
          <p:nvPr/>
        </p:nvSpPr>
        <p:spPr>
          <a:xfrm rot="0">
            <a:off x="62484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8FA">
              <a:alpha val="100000"/>
            </a:srgbClr>
          </a:solidFill>
          <a:ln w="20955" cap="rnd">
            <a:solidFill>
              <a:srgbClr val="285B99">
                <a:alpha val="100000"/>
              </a:srgbClr>
            </a:solidFill>
            <a:prstDash val="solid"/>
            <a:round/>
          </a:ln>
        </p:spPr>
      </p:sp>
      <p:sp>
        <p:nvSpPr>
          <p:cNvPr id="16" name="node-encoder-label" descr="source_id=node-encoder-label">
            <a:extLst>
              <a:ext uri="{FF2B5EF4-FFF2-40B4-BE49-F238E27FC236}">
                <a16:creationId id="{5387278D-4042-4D86-BDCD-BFAC5CFE0DE2}"/>
              </a:ext>
            </a:extLst>
          </p:cNvPr>
          <p:cNvSpPr>
            <a:spLocks noGrp="1"/>
          </p:cNvSpPr>
          <p:nvPr/>
        </p:nvSpPr>
        <p:spPr>
          <a:xfrm rot="0">
            <a:off x="6400800" y="1409700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encoder</a:t>
            </a:r>
          </a:p>
        </p:txBody>
      </p:sp>
      <p:sp>
        <p:nvSpPr>
          <p:cNvPr id="17" name="node-encoder-detail" descr="source_id=node-encoder-detail">
            <a:extLst>
              <a:ext uri="{FF2B5EF4-FFF2-40B4-BE49-F238E27FC236}">
                <a16:creationId id="{E92693BB-4F0F-4511-B88E-1C4FF9009A19}"/>
              </a:ext>
            </a:extLst>
          </p:cNvPr>
          <p:cNvSpPr>
            <a:spLocks noGrp="1"/>
          </p:cNvSpPr>
          <p:nvPr/>
        </p:nvSpPr>
        <p:spPr>
          <a:xfrm rot="0">
            <a:off x="6400800" y="2076450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Learned representation</a:t>
            </a:r>
          </a:p>
        </p:txBody>
      </p:sp>
      <p:sp>
        <p:nvSpPr>
          <p:cNvPr id="18" name="node-head" descr="source_id=node-head">
            <a:extLst>
              <a:ext uri="{FF2B5EF4-FFF2-40B4-BE49-F238E27FC236}">
                <a16:creationId id="{A17A3E08-58F0-4D23-BEEB-02126AC2D5E1}"/>
              </a:ext>
            </a:extLst>
          </p:cNvPr>
          <p:cNvSpPr>
            <a:spLocks noGrp="1"/>
          </p:cNvSpPr>
          <p:nvPr/>
        </p:nvSpPr>
        <p:spPr>
          <a:xfrm rot="0">
            <a:off x="90678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AF1FA">
              <a:alpha val="100000"/>
            </a:srgbClr>
          </a:solidFill>
          <a:ln w="14288" cap="rnd">
            <a:solidFill>
              <a:srgbClr val="3F6695">
                <a:alpha val="100000"/>
              </a:srgbClr>
            </a:solidFill>
            <a:prstDash val="solid"/>
            <a:round/>
          </a:ln>
        </p:spPr>
      </p:sp>
      <p:sp>
        <p:nvSpPr>
          <p:cNvPr id="19" name="node-head-label" descr="source_id=node-head-label">
            <a:extLst>
              <a:ext uri="{FF2B5EF4-FFF2-40B4-BE49-F238E27FC236}">
                <a16:creationId id="{CBE60A37-126B-472C-9FD6-C524EEF2DE72}"/>
              </a:ext>
            </a:extLst>
          </p:cNvPr>
          <p:cNvSpPr>
            <a:spLocks noGrp="1"/>
          </p:cNvSpPr>
          <p:nvPr/>
        </p:nvSpPr>
        <p:spPr>
          <a:xfrm rot="0">
            <a:off x="9220200" y="1409700"/>
            <a:ext cx="1562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 head</a:t>
            </a:r>
          </a:p>
        </p:txBody>
      </p:sp>
      <p:sp>
        <p:nvSpPr>
          <p:cNvPr id="20" name="node-head-detail" descr="source_id=node-head-detail">
            <a:extLst>
              <a:ext uri="{FF2B5EF4-FFF2-40B4-BE49-F238E27FC236}">
                <a16:creationId id="{B031958A-A0A7-4A1D-868D-9A2CAC0271F2}"/>
              </a:ext>
            </a:extLst>
          </p:cNvPr>
          <p:cNvSpPr>
            <a:spLocks noGrp="1"/>
          </p:cNvSpPr>
          <p:nvPr/>
        </p:nvSpPr>
        <p:spPr>
          <a:xfrm rot="0">
            <a:off x="9220200" y="2076450"/>
            <a:ext cx="1562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Task-specific mapping</a:t>
            </a:r>
          </a:p>
        </p:txBody>
      </p:sp>
      <p:sp>
        <p:nvSpPr>
          <p:cNvPr id="21" name="node-output" descr="source_id=node-output">
            <a:extLst>
              <a:ext uri="{FF2B5EF4-FFF2-40B4-BE49-F238E27FC236}">
                <a16:creationId id="{6ACF357E-DB32-417A-B763-1FF334EDB0F8}"/>
              </a:ext>
            </a:extLst>
          </p:cNvPr>
          <p:cNvSpPr>
            <a:spLocks noGrp="1"/>
          </p:cNvSpPr>
          <p:nvPr/>
        </p:nvSpPr>
        <p:spPr>
          <a:xfrm rot="0">
            <a:off x="11887200" y="1257300"/>
            <a:ext cx="1866900" cy="1428750"/>
          </a:xfrm>
          <a:custGeom>
            <a:pathLst>
              <a:path w="1866900" h="1428750">
                <a:moveTo>
                  <a:pt x="95250" y="0"/>
                </a:moveTo>
                <a:lnTo>
                  <a:pt x="1771650" y="0"/>
                </a:lnTo>
                <a:cubicBezTo>
                  <a:pt x="1824255" y="0"/>
                  <a:pt x="1866900" y="42645"/>
                  <a:pt x="1866900" y="95250"/>
                </a:cubicBezTo>
                <a:lnTo>
                  <a:pt x="1866900" y="1333500"/>
                </a:lnTo>
                <a:cubicBezTo>
                  <a:pt x="1866900" y="1386105"/>
                  <a:pt x="1824255" y="1428750"/>
                  <a:pt x="1771650" y="1428750"/>
                </a:cubicBezTo>
                <a:lnTo>
                  <a:pt x="95250" y="1428750"/>
                </a:lnTo>
                <a:cubicBezTo>
                  <a:pt x="42645" y="1428750"/>
                  <a:pt x="0" y="1386105"/>
                  <a:pt x="0" y="1333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2EFF9">
              <a:alpha val="100000"/>
            </a:srgbClr>
          </a:solidFill>
          <a:ln w="14288" cap="rnd">
            <a:solidFill>
              <a:srgbClr val="79649B">
                <a:alpha val="100000"/>
              </a:srgbClr>
            </a:solidFill>
            <a:prstDash val="solid"/>
            <a:round/>
          </a:ln>
        </p:spPr>
      </p:sp>
      <p:sp>
        <p:nvSpPr>
          <p:cNvPr id="22" name="node-output-label" descr="source_id=node-output-label">
            <a:extLst>
              <a:ext uri="{FF2B5EF4-FFF2-40B4-BE49-F238E27FC236}">
                <a16:creationId id="{05C660D0-231B-4874-A54B-56CCF69EC506}"/>
              </a:ext>
            </a:extLst>
          </p:cNvPr>
          <p:cNvSpPr>
            <a:spLocks noGrp="1"/>
          </p:cNvSpPr>
          <p:nvPr/>
        </p:nvSpPr>
        <p:spPr>
          <a:xfrm rot="0">
            <a:off x="12039600" y="1662113"/>
            <a:ext cx="15621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2477" rIns="0" bIns="22477" anchor="ctr">
            <a:noAutofit/>
          </a:bodyPr>
          <a:lstStyle/>
          <a:p>
            <a:pPr algn="ctr">
              <a:lnSpc>
                <a:spcPct val="108333"/>
              </a:lnSpc>
              <a:def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Predictions</a:t>
            </a:r>
          </a:p>
        </p:txBody>
      </p:sp>
      <p:sp>
        <p:nvSpPr>
          <p:cNvPr id="23" name="node-output-detail" descr="source_id=node-output-detail">
            <a:extLst>
              <a:ext uri="{FF2B5EF4-FFF2-40B4-BE49-F238E27FC236}">
                <a16:creationId id="{BAB948BC-125F-4D9B-AE63-9B17D1719886}"/>
              </a:ext>
            </a:extLst>
          </p:cNvPr>
          <p:cNvSpPr>
            <a:spLocks noGrp="1"/>
          </p:cNvSpPr>
          <p:nvPr/>
        </p:nvSpPr>
        <p:spPr>
          <a:xfrm rot="0">
            <a:off x="12039600" y="2052638"/>
            <a:ext cx="1562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329" rIns="0" bIns="12329" anchor="ctr">
            <a:noAutofit/>
          </a:bodyPr>
          <a:lstStyle/>
          <a:p>
            <a:pPr algn="ctr">
              <a:lnSpc>
                <a:spcPct val="108333"/>
              </a:lnSpc>
              <a:def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Output estimates</a:t>
            </a:r>
          </a:p>
        </p:txBody>
      </p:sp>
      <p:sp>
        <p:nvSpPr>
          <p:cNvPr id="24" name="figure-title" descr="source_id=figure-title">
            <a:extLst>
              <a:ext uri="{FF2B5EF4-FFF2-40B4-BE49-F238E27FC236}">
                <a16:creationId id="{45ABC61B-1C0D-4DD9-9339-2420BADD1908}"/>
              </a:ext>
            </a:extLst>
          </p:cNvPr>
          <p:cNvSpPr>
            <a:spLocks noGrp="1"/>
          </p:cNvSpPr>
          <p:nvPr/>
        </p:nvSpPr>
        <p:spPr>
          <a:xfrm rot="0">
            <a:off x="609600" y="209550"/>
            <a:ext cx="1314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23100" rIns="0" bIns="23100" anchor="ctr">
            <a:noAutofit/>
          </a:bodyPr>
          <a:lstStyle/>
          <a:p>
            <a:pPr algn="l">
              <a:lnSpc>
                <a:spcPct val="108333"/>
              </a:lnSpc>
              <a:def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041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 processing pipeline</a:t>
            </a:r>
          </a:p>
        </p:txBody>
      </p:sp>
      <p:sp>
        <p:nvSpPr>
          <p:cNvPr id="25" name="figure-caption" descr="source_id=figure-caption">
            <a:extLst>
              <a:ext uri="{FF2B5EF4-FFF2-40B4-BE49-F238E27FC236}">
                <a16:creationId id="{050B7053-007A-4A11-B12D-F3256D1BF5A8}"/>
              </a:ext>
            </a:extLst>
          </p:cNvPr>
          <p:cNvSpPr>
            <a:spLocks noGrp="1"/>
          </p:cNvSpPr>
          <p:nvPr/>
        </p:nvSpPr>
        <p:spPr>
          <a:xfrm rot="0">
            <a:off x="609600" y="3162300"/>
            <a:ext cx="13144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-12017" rIns="0" bIns="12017" anchor="ctr">
            <a:noAutofit/>
          </a:bodyPr>
          <a:lstStyle/>
          <a:p>
            <a:pPr algn="l">
              <a:lnSpc>
                <a:spcPct val="108333"/>
              </a:lnSpc>
              <a:def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074">
                    <a:alpha val="100000"/>
                  </a:srgbClr>
                </a:solidFill>
                <a:latin typeface="Arial"/>
                <a:ea typeface="Arial"/>
                <a:cs typeface="Arial"/>
              </a:rPr>
              <a:t>Illustrative architecture. Solid arrows denote forward computation; the highlighted block is the feature encoder.</a:t>
            </a:r>
          </a:p>
        </p:txBody>
      </p:sp>
    </p:spTree>
    <p:extLst>
      <p:ext uri="{BB962C8B-B14F-4D97-AF65-F5344CB8AC3E}">
        <p14:creationId val="1503558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2026-10-05T05:07:09.8440000Z</dcterms:created>
  <dcterms:modified xsi:type="dcterms:W3CDTF">2026-10-05T05:07:09.8440000Z</dcterms:modified>
</coreProperties>
</file>