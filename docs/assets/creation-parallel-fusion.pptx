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892ae174824f1f" /><Relationship Type="http://schemas.openxmlformats.org/officeDocument/2006/relationships/extended-properties" Target="/docProps/app.xml" Id="R657ad8d7b04440fc" /><Relationship Type="http://schemas.openxmlformats.org/officeDocument/2006/relationships/officeDocument" Target="/ppt/presentation.xml" Id="R00920c1a43454a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e34b8f56264d5a"/>
  </p:sldMasterIdLst>
  <p:notesMasterIdLst>
    <p:notesMasterId xmlns:r="http://schemas.openxmlformats.org/officeDocument/2006/relationships" r:id="R029b8dbbf68c44d8"/>
  </p:notesMasterIdLst>
  <p:sldIdLst>
    <p:sldId xmlns:r="http://schemas.openxmlformats.org/officeDocument/2006/relationships" id="256" r:id="R95faa335bde84c58"/>
  </p:sldIdLst>
  <p:sldSz cx="17183100" cy="61531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ca151ee2a94413" /><Relationship Type="http://schemas.openxmlformats.org/officeDocument/2006/relationships/slideMaster" Target="/ppt/slideMasters/slideMaster1.xml" Id="R0ee34b8f56264d5a" /><Relationship Type="http://schemas.openxmlformats.org/officeDocument/2006/relationships/notesMaster" Target="/ppt/notesMasters/notesMaster1.xml" Id="R029b8dbbf68c44d8" /><Relationship Type="http://schemas.openxmlformats.org/officeDocument/2006/relationships/presProps" Target="/ppt/presProps.xml" Id="R8a52c43906234bde" /><Relationship Type="http://schemas.openxmlformats.org/officeDocument/2006/relationships/tableStyles" Target="/ppt/tableStyles.xml" Id="R2fee9223fb51410d" /><Relationship Type="http://schemas.openxmlformats.org/officeDocument/2006/relationships/slide" Target="/ppt/slides/slide1.xml" Id="R95faa335bde84c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fc766f8a7f4c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a81e8eef60412a" /><Relationship Type="http://schemas.openxmlformats.org/officeDocument/2006/relationships/notesMaster" Target="/ppt/notesMasters/notesMaster1.xml" Id="Rd26c7b07a6fe4a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sources/authored.svg</a:t>
            </a:r>
          </a:p>
          <a:p xmlns:a="http://schemas.openxmlformats.org/drawingml/2006/main">
            <a:r>
              <a:t>Classification: generated_diagram. Original SHA256: b6050c2a51d113ddeb72dd506f16e7da9c3b5a48d709c4db263ad8deb0d872bd. Recognition: calling_host. Original figure authored from the saved brief and explicit graph; review scientific meaning and actual preview.</a:t>
            </a:r>
          </a:p>
          <a:p xmlns:a="http://schemas.openxmlformats.org/drawingml/2006/main">
            <a:r>
              <a:t>Native paths: 30; live text boxes: 18; embedded image assets: 0. Glyph outlines, when present, are paths and are not live text. Original raster panels remain raster. Live text uses configured families: Arial. This reconstruction does not add new experimental evidence. Visual acceptance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73e65f789f40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93fb15f22344e4" /><Relationship Type="http://schemas.openxmlformats.org/officeDocument/2006/relationships/slideLayout" Target="/ppt/slideLayouts/slideLayout1.xml" Id="R245efe7a94754d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5efe7a94754d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85757425e41b2" /><Relationship Type="http://schemas.openxmlformats.org/officeDocument/2006/relationships/notesSlide" Target="/ppt/notesSlides/notesSlide1.xml" Id="Rd38426e543164155" 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9" name="group-representations" descr="source_id=group-representations">
            <a:extLst>
              <a:ext uri="{FF2B5EF4-FFF2-40B4-BE49-F238E27FC236}">
                <a16:creationId id="{E79C8A5C-9597-4880-8452-4BFA68A844FD}"/>
              </a:ext>
            </a:extLst>
          </p:cNvPr>
          <p:cNvSpPr>
            <a:spLocks noGrp="1"/>
          </p:cNvSpPr>
          <p:nvPr/>
        </p:nvSpPr>
        <p:spPr>
          <a:xfrm rot="0">
            <a:off x="3238500" y="838200"/>
            <a:ext cx="5067300" cy="4514850"/>
          </a:xfrm>
          <a:custGeom>
            <a:pathLst>
              <a:path w="5067300" h="4514850">
                <a:moveTo>
                  <a:pt x="133350" y="0"/>
                </a:moveTo>
                <a:lnTo>
                  <a:pt x="4933950" y="0"/>
                </a:lnTo>
                <a:cubicBezTo>
                  <a:pt x="5007597" y="0"/>
                  <a:pt x="5067300" y="59703"/>
                  <a:pt x="5067300" y="133350"/>
                </a:cubicBezTo>
                <a:lnTo>
                  <a:pt x="5067300" y="4381500"/>
                </a:lnTo>
                <a:cubicBezTo>
                  <a:pt x="5067300" y="4455147"/>
                  <a:pt x="5007597" y="4514850"/>
                  <a:pt x="4933950" y="4514850"/>
                </a:cubicBezTo>
                <a:lnTo>
                  <a:pt x="133350" y="4514850"/>
                </a:lnTo>
                <a:cubicBezTo>
                  <a:pt x="59703" y="4514850"/>
                  <a:pt x="0" y="4455147"/>
                  <a:pt x="0" y="43815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AFBFD">
              <a:alpha val="100000"/>
            </a:srgbClr>
          </a:solidFill>
          <a:ln w="9525" cap="rnd">
            <a:solidFill>
              <a:srgbClr val="C4CBD5">
                <a:alpha val="100000"/>
              </a:srgbClr>
            </a:solidFill>
            <a:prstDash val="solid"/>
            <a:round/>
          </a:ln>
        </p:spPr>
      </p:sp>
      <p:sp>
        <p:nvSpPr>
          <p:cNvPr id="2" name="group-label-representations" descr="source_id=group-label-representations">
            <a:extLst>
              <a:ext uri="{FF2B5EF4-FFF2-40B4-BE49-F238E27FC236}">
                <a16:creationId id="{A656ACB2-9B2D-4397-99EE-BDC33C167AE5}"/>
              </a:ext>
            </a:extLst>
          </p:cNvPr>
          <p:cNvSpPr>
            <a:spLocks noGrp="1"/>
          </p:cNvSpPr>
          <p:nvPr/>
        </p:nvSpPr>
        <p:spPr>
          <a:xfrm rot="0">
            <a:off x="3371850" y="904875"/>
            <a:ext cx="4800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l">
              <a:lnSpc>
                <a:spcPct val="108333"/>
              </a:lnSpc>
              <a:defRPr sz="1350" b="1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Modality-specific representations</a:t>
            </a:r>
          </a:p>
        </p:txBody>
      </p:sp>
      <p:sp>
        <p:nvSpPr>
          <p:cNvPr id="3" name="edge-images-encoder" descr="source_id=edge-images-encoder">
            <a:extLst>
              <a:ext uri="{FF2B5EF4-FFF2-40B4-BE49-F238E27FC236}">
                <a16:creationId id="{7BC170E7-DCFF-49C0-AC4B-D96CDD974069}"/>
              </a:ext>
            </a:extLst>
          </p:cNvPr>
          <p:cNvSpPr>
            <a:spLocks noGrp="1"/>
          </p:cNvSpPr>
          <p:nvPr/>
        </p:nvSpPr>
        <p:spPr>
          <a:xfrm rot="0">
            <a:off x="2476500" y="1971675"/>
            <a:ext cx="952500" cy="95"/>
          </a:xfrm>
          <a:custGeom>
            <a:pathLst>
              <a:path w="952500" h="95">
                <a:moveTo>
                  <a:pt x="0" y="0"/>
                </a:move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4" name="edge-images-encoder-head" descr="source_id=edge-images-encoder-head">
            <a:extLst>
              <a:ext uri="{FF2B5EF4-FFF2-40B4-BE49-F238E27FC236}">
                <a16:creationId id="{68CBE424-8422-4901-8594-E3BDBCB193F7}"/>
              </a:ext>
            </a:extLst>
          </p:cNvPr>
          <p:cNvSpPr>
            <a:spLocks noGrp="1"/>
          </p:cNvSpPr>
          <p:nvPr/>
        </p:nvSpPr>
        <p:spPr>
          <a:xfrm rot="0">
            <a:off x="3343275" y="1933575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5" name="edge-text-encoder" descr="source_id=edge-text-encoder">
            <a:extLst>
              <a:ext uri="{FF2B5EF4-FFF2-40B4-BE49-F238E27FC236}">
                <a16:creationId id="{817A2BDE-78A3-46B6-BE70-D92B63994D31}"/>
              </a:ext>
            </a:extLst>
          </p:cNvPr>
          <p:cNvSpPr>
            <a:spLocks noGrp="1"/>
          </p:cNvSpPr>
          <p:nvPr/>
        </p:nvSpPr>
        <p:spPr>
          <a:xfrm rot="0">
            <a:off x="2476500" y="4448175"/>
            <a:ext cx="952500" cy="95"/>
          </a:xfrm>
          <a:custGeom>
            <a:pathLst>
              <a:path w="952500" h="95">
                <a:moveTo>
                  <a:pt x="0" y="0"/>
                </a:move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6" name="edge-text-encoder-head" descr="source_id=edge-text-encoder-head">
            <a:extLst>
              <a:ext uri="{FF2B5EF4-FFF2-40B4-BE49-F238E27FC236}">
                <a16:creationId id="{C2037659-21DD-47A0-8F0F-3B04DEC114EB}"/>
              </a:ext>
            </a:extLst>
          </p:cNvPr>
          <p:cNvSpPr>
            <a:spLocks noGrp="1"/>
          </p:cNvSpPr>
          <p:nvPr/>
        </p:nvSpPr>
        <p:spPr>
          <a:xfrm rot="0">
            <a:off x="3343275" y="4410075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7" name="edge-visual-features" descr="source_id=edge-visual-features">
            <a:extLst>
              <a:ext uri="{FF2B5EF4-FFF2-40B4-BE49-F238E27FC236}">
                <a16:creationId id="{86DFA8A3-5A97-4EB1-8D50-6DC1A56660C1}"/>
              </a:ext>
            </a:extLst>
          </p:cNvPr>
          <p:cNvSpPr>
            <a:spLocks noGrp="1"/>
          </p:cNvSpPr>
          <p:nvPr/>
        </p:nvSpPr>
        <p:spPr>
          <a:xfrm rot="0">
            <a:off x="5295900" y="1971675"/>
            <a:ext cx="952500" cy="95"/>
          </a:xfrm>
          <a:custGeom>
            <a:pathLst>
              <a:path w="952500" h="95">
                <a:moveTo>
                  <a:pt x="0" y="0"/>
                </a:move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8" name="edge-visual-features-head" descr="source_id=edge-visual-features-head">
            <a:extLst>
              <a:ext uri="{FF2B5EF4-FFF2-40B4-BE49-F238E27FC236}">
                <a16:creationId id="{DA368520-A5F4-42D1-A9F8-E576EFE592B8}"/>
              </a:ext>
            </a:extLst>
          </p:cNvPr>
          <p:cNvSpPr>
            <a:spLocks noGrp="1"/>
          </p:cNvSpPr>
          <p:nvPr/>
        </p:nvSpPr>
        <p:spPr>
          <a:xfrm rot="0">
            <a:off x="6162675" y="1933575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9" name="edge-text-features" descr="source_id=edge-text-features">
            <a:extLst>
              <a:ext uri="{FF2B5EF4-FFF2-40B4-BE49-F238E27FC236}">
                <a16:creationId id="{BB9CC692-67D4-4976-AFEF-1E07DEC4E47D}"/>
              </a:ext>
            </a:extLst>
          </p:cNvPr>
          <p:cNvSpPr>
            <a:spLocks noGrp="1"/>
          </p:cNvSpPr>
          <p:nvPr/>
        </p:nvSpPr>
        <p:spPr>
          <a:xfrm rot="0">
            <a:off x="5295900" y="4448175"/>
            <a:ext cx="952500" cy="95"/>
          </a:xfrm>
          <a:custGeom>
            <a:pathLst>
              <a:path w="952500" h="95">
                <a:moveTo>
                  <a:pt x="0" y="0"/>
                </a:move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10" name="edge-text-features-head" descr="source_id=edge-text-features-head">
            <a:extLst>
              <a:ext uri="{FF2B5EF4-FFF2-40B4-BE49-F238E27FC236}">
                <a16:creationId id="{F39E637D-C52F-4F15-AA22-A6369F6627D6}"/>
              </a:ext>
            </a:extLst>
          </p:cNvPr>
          <p:cNvSpPr>
            <a:spLocks noGrp="1"/>
          </p:cNvSpPr>
          <p:nvPr/>
        </p:nvSpPr>
        <p:spPr>
          <a:xfrm rot="0">
            <a:off x="6162675" y="4410075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11" name="edge-visual-fusion" descr="source_id=edge-visual-fusion">
            <a:extLst>
              <a:ext uri="{FF2B5EF4-FFF2-40B4-BE49-F238E27FC236}">
                <a16:creationId id="{A3191F7D-325F-407F-B258-A1F92F69F1EC}"/>
              </a:ext>
            </a:extLst>
          </p:cNvPr>
          <p:cNvSpPr>
            <a:spLocks noGrp="1"/>
          </p:cNvSpPr>
          <p:nvPr/>
        </p:nvSpPr>
        <p:spPr>
          <a:xfrm rot="0">
            <a:off x="8115300" y="1971675"/>
            <a:ext cx="952500" cy="1238250"/>
          </a:xfrm>
          <a:custGeom>
            <a:pathLst>
              <a:path w="952500" h="1238250">
                <a:moveTo>
                  <a:pt x="0" y="0"/>
                </a:moveTo>
                <a:lnTo>
                  <a:pt x="190500" y="0"/>
                </a:lnTo>
                <a:lnTo>
                  <a:pt x="190500" y="1238250"/>
                </a:lnTo>
                <a:lnTo>
                  <a:pt x="762000" y="1238250"/>
                </a:lnTo>
                <a:lnTo>
                  <a:pt x="952500" y="123825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12" name="edge-visual-fusion-head" descr="source_id=edge-visual-fusion-head">
            <a:extLst>
              <a:ext uri="{FF2B5EF4-FFF2-40B4-BE49-F238E27FC236}">
                <a16:creationId id="{525411EE-56BE-477C-B0EB-9FA3999EE39B}"/>
              </a:ext>
            </a:extLst>
          </p:cNvPr>
          <p:cNvSpPr>
            <a:spLocks noGrp="1"/>
          </p:cNvSpPr>
          <p:nvPr/>
        </p:nvSpPr>
        <p:spPr>
          <a:xfrm rot="0">
            <a:off x="8982075" y="3171825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13" name="edge-text-fusion" descr="source_id=edge-text-fusion">
            <a:extLst>
              <a:ext uri="{FF2B5EF4-FFF2-40B4-BE49-F238E27FC236}">
                <a16:creationId id="{B6ADBA16-371B-4E15-86AD-C01295EDF35D}"/>
              </a:ext>
            </a:extLst>
          </p:cNvPr>
          <p:cNvSpPr>
            <a:spLocks noGrp="1"/>
          </p:cNvSpPr>
          <p:nvPr/>
        </p:nvSpPr>
        <p:spPr>
          <a:xfrm rot="0">
            <a:off x="8115300" y="3209925"/>
            <a:ext cx="952500" cy="1238250"/>
          </a:xfrm>
          <a:custGeom>
            <a:pathLst>
              <a:path w="952500" h="1238250">
                <a:moveTo>
                  <a:pt x="0" y="1238250"/>
                </a:moveTo>
                <a:lnTo>
                  <a:pt x="190500" y="1238250"/>
                </a:ln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14" name="edge-text-fusion-head" descr="source_id=edge-text-fusion-head">
            <a:extLst>
              <a:ext uri="{FF2B5EF4-FFF2-40B4-BE49-F238E27FC236}">
                <a16:creationId id="{F6380944-AE61-41B1-86FA-88FDB96AC764}"/>
              </a:ext>
            </a:extLst>
          </p:cNvPr>
          <p:cNvSpPr>
            <a:spLocks noGrp="1"/>
          </p:cNvSpPr>
          <p:nvPr/>
        </p:nvSpPr>
        <p:spPr>
          <a:xfrm rot="0">
            <a:off x="8982075" y="3171825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15" name="edge-fusion-head" descr="source_id=edge-fusion-head">
            <a:extLst>
              <a:ext uri="{FF2B5EF4-FFF2-40B4-BE49-F238E27FC236}">
                <a16:creationId id="{D697B90E-F332-4528-BB96-CE5AC2EFA95D}"/>
              </a:ext>
            </a:extLst>
          </p:cNvPr>
          <p:cNvSpPr>
            <a:spLocks noGrp="1"/>
          </p:cNvSpPr>
          <p:nvPr/>
        </p:nvSpPr>
        <p:spPr>
          <a:xfrm rot="0">
            <a:off x="10934700" y="3209925"/>
            <a:ext cx="952500" cy="95"/>
          </a:xfrm>
          <a:custGeom>
            <a:pathLst>
              <a:path w="952500" h="95">
                <a:moveTo>
                  <a:pt x="0" y="0"/>
                </a:move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16" name="edge-fusion-head-head" descr="source_id=edge-fusion-head-head">
            <a:extLst>
              <a:ext uri="{FF2B5EF4-FFF2-40B4-BE49-F238E27FC236}">
                <a16:creationId id="{6B46CC21-2FF4-4CD8-9E4C-BBE757371634}"/>
              </a:ext>
            </a:extLst>
          </p:cNvPr>
          <p:cNvSpPr>
            <a:spLocks noGrp="1"/>
          </p:cNvSpPr>
          <p:nvPr/>
        </p:nvSpPr>
        <p:spPr>
          <a:xfrm rot="0">
            <a:off x="11801475" y="3171825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17" name="edge-head-output" descr="source_id=edge-head-output">
            <a:extLst>
              <a:ext uri="{FF2B5EF4-FFF2-40B4-BE49-F238E27FC236}">
                <a16:creationId id="{530557FE-85F4-47A4-B567-14CA2B0E9878}"/>
              </a:ext>
            </a:extLst>
          </p:cNvPr>
          <p:cNvSpPr>
            <a:spLocks noGrp="1"/>
          </p:cNvSpPr>
          <p:nvPr/>
        </p:nvSpPr>
        <p:spPr>
          <a:xfrm rot="0">
            <a:off x="13754100" y="3209925"/>
            <a:ext cx="952500" cy="95"/>
          </a:xfrm>
          <a:custGeom>
            <a:pathLst>
              <a:path w="952500" h="95">
                <a:moveTo>
                  <a:pt x="0" y="0"/>
                </a:move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18" name="edge-head-output-head" descr="source_id=edge-head-output-head">
            <a:extLst>
              <a:ext uri="{FF2B5EF4-FFF2-40B4-BE49-F238E27FC236}">
                <a16:creationId id="{D0AABC67-DF56-4D1A-91B7-9D429FD0AF55}"/>
              </a:ext>
            </a:extLst>
          </p:cNvPr>
          <p:cNvSpPr>
            <a:spLocks noGrp="1"/>
          </p:cNvSpPr>
          <p:nvPr/>
        </p:nvSpPr>
        <p:spPr>
          <a:xfrm rot="0">
            <a:off x="14620875" y="3171825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19" name="node-images" descr="source_id=node-images">
            <a:extLst>
              <a:ext uri="{FF2B5EF4-FFF2-40B4-BE49-F238E27FC236}">
                <a16:creationId id="{B2A93FAC-AAE1-487D-B699-0308E2F4C3D7}"/>
              </a:ext>
            </a:extLst>
          </p:cNvPr>
          <p:cNvSpPr>
            <a:spLocks noGrp="1"/>
          </p:cNvSpPr>
          <p:nvPr/>
        </p:nvSpPr>
        <p:spPr>
          <a:xfrm rot="0">
            <a:off x="609600" y="1257300"/>
            <a:ext cx="1866900" cy="1428750"/>
          </a:xfrm>
          <a:custGeom>
            <a:pathLst>
              <a:path w="1866900" h="1428750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333500"/>
                </a:lnTo>
                <a:cubicBezTo>
                  <a:pt x="1866900" y="1386105"/>
                  <a:pt x="1824255" y="1428750"/>
                  <a:pt x="17716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2F4F7">
              <a:alpha val="100000"/>
            </a:srgbClr>
          </a:solidFill>
          <a:ln w="14288" cap="rnd">
            <a:solidFill>
              <a:srgbClr val="667085">
                <a:alpha val="100000"/>
              </a:srgbClr>
            </a:solidFill>
            <a:prstDash val="solid"/>
            <a:round/>
          </a:ln>
        </p:spPr>
      </p:sp>
      <p:sp>
        <p:nvSpPr>
          <p:cNvPr id="20" name="node-images-label" descr="source_id=node-images-label">
            <a:extLst>
              <a:ext uri="{FF2B5EF4-FFF2-40B4-BE49-F238E27FC236}">
                <a16:creationId id="{D8280CCE-8FE3-4561-8962-A8C6897B4652}"/>
              </a:ext>
            </a:extLst>
          </p:cNvPr>
          <p:cNvSpPr>
            <a:spLocks noGrp="1"/>
          </p:cNvSpPr>
          <p:nvPr/>
        </p:nvSpPr>
        <p:spPr>
          <a:xfrm rot="0">
            <a:off x="762000" y="1662113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Images</a:t>
            </a:r>
          </a:p>
        </p:txBody>
      </p:sp>
      <p:sp>
        <p:nvSpPr>
          <p:cNvPr id="21" name="node-images-detail" descr="source_id=node-images-detail">
            <a:extLst>
              <a:ext uri="{FF2B5EF4-FFF2-40B4-BE49-F238E27FC236}">
                <a16:creationId id="{22FD561C-E433-4E18-B929-CE485372B76F}"/>
              </a:ext>
            </a:extLst>
          </p:cNvPr>
          <p:cNvSpPr>
            <a:spLocks noGrp="1"/>
          </p:cNvSpPr>
          <p:nvPr/>
        </p:nvSpPr>
        <p:spPr>
          <a:xfrm rot="0">
            <a:off x="762000" y="2052638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ctr">
              <a:lnSpc>
                <a:spcPct val="108333"/>
              </a:lnSpc>
              <a:def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Visual input</a:t>
            </a:r>
          </a:p>
        </p:txBody>
      </p:sp>
      <p:sp>
        <p:nvSpPr>
          <p:cNvPr id="22" name="node-text" descr="source_id=node-text">
            <a:extLst>
              <a:ext uri="{FF2B5EF4-FFF2-40B4-BE49-F238E27FC236}">
                <a16:creationId id="{03858267-D5DB-4CDD-A55C-D30FB31BBD62}"/>
              </a:ext>
            </a:extLst>
          </p:cNvPr>
          <p:cNvSpPr>
            <a:spLocks noGrp="1"/>
          </p:cNvSpPr>
          <p:nvPr/>
        </p:nvSpPr>
        <p:spPr>
          <a:xfrm rot="0">
            <a:off x="609600" y="3733800"/>
            <a:ext cx="1866900" cy="1428750"/>
          </a:xfrm>
          <a:custGeom>
            <a:pathLst>
              <a:path w="1866900" h="1428750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333500"/>
                </a:lnTo>
                <a:cubicBezTo>
                  <a:pt x="1866900" y="1386105"/>
                  <a:pt x="1824255" y="1428750"/>
                  <a:pt x="17716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2F4F7">
              <a:alpha val="100000"/>
            </a:srgbClr>
          </a:solidFill>
          <a:ln w="14288" cap="rnd">
            <a:solidFill>
              <a:srgbClr val="667085">
                <a:alpha val="100000"/>
              </a:srgbClr>
            </a:solidFill>
            <a:prstDash val="solid"/>
            <a:round/>
          </a:ln>
        </p:spPr>
      </p:sp>
      <p:sp>
        <p:nvSpPr>
          <p:cNvPr id="23" name="node-text-label" descr="source_id=node-text-label">
            <a:extLst>
              <a:ext uri="{FF2B5EF4-FFF2-40B4-BE49-F238E27FC236}">
                <a16:creationId id="{4ABB20DF-7F47-4E08-BCE2-E89846462B0C}"/>
              </a:ext>
            </a:extLst>
          </p:cNvPr>
          <p:cNvSpPr>
            <a:spLocks noGrp="1"/>
          </p:cNvSpPr>
          <p:nvPr/>
        </p:nvSpPr>
        <p:spPr>
          <a:xfrm rot="0">
            <a:off x="762000" y="4138613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4" name="node-text-detail" descr="source_id=node-text-detail">
            <a:extLst>
              <a:ext uri="{FF2B5EF4-FFF2-40B4-BE49-F238E27FC236}">
                <a16:creationId id="{66DE4699-94E4-419B-8D81-DE0818196105}"/>
              </a:ext>
            </a:extLst>
          </p:cNvPr>
          <p:cNvSpPr>
            <a:spLocks noGrp="1"/>
          </p:cNvSpPr>
          <p:nvPr/>
        </p:nvSpPr>
        <p:spPr>
          <a:xfrm rot="0">
            <a:off x="762000" y="4529138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ctr">
              <a:lnSpc>
                <a:spcPct val="108333"/>
              </a:lnSpc>
              <a:def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Language input</a:t>
            </a:r>
          </a:p>
        </p:txBody>
      </p:sp>
      <p:sp>
        <p:nvSpPr>
          <p:cNvPr id="25" name="node-visual-encoder" descr="source_id=node-visual-encoder">
            <a:extLst>
              <a:ext uri="{FF2B5EF4-FFF2-40B4-BE49-F238E27FC236}">
                <a16:creationId id="{96FFB038-02DB-49E6-AA36-6B2D501CBCE4}"/>
              </a:ext>
            </a:extLst>
          </p:cNvPr>
          <p:cNvSpPr>
            <a:spLocks noGrp="1"/>
          </p:cNvSpPr>
          <p:nvPr/>
        </p:nvSpPr>
        <p:spPr>
          <a:xfrm rot="0">
            <a:off x="3429000" y="1257300"/>
            <a:ext cx="1866900" cy="1428750"/>
          </a:xfrm>
          <a:custGeom>
            <a:pathLst>
              <a:path w="1866900" h="1428750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333500"/>
                </a:lnTo>
                <a:cubicBezTo>
                  <a:pt x="1866900" y="1386105"/>
                  <a:pt x="1824255" y="1428750"/>
                  <a:pt x="17716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A">
              <a:alpha val="100000"/>
            </a:srgbClr>
          </a:solidFill>
          <a:ln w="14288" cap="rnd">
            <a:solidFill>
              <a:srgbClr val="3F6695">
                <a:alpha val="100000"/>
              </a:srgbClr>
            </a:solidFill>
            <a:prstDash val="solid"/>
            <a:round/>
          </a:ln>
        </p:spPr>
      </p:sp>
      <p:sp>
        <p:nvSpPr>
          <p:cNvPr id="26" name="node-visual-encoder-label" descr="source_id=node-visual-encoder-label">
            <a:extLst>
              <a:ext uri="{FF2B5EF4-FFF2-40B4-BE49-F238E27FC236}">
                <a16:creationId id="{3C0123BB-BB17-49E1-B9E8-9FBA92DF5FCE}"/>
              </a:ext>
            </a:extLst>
          </p:cNvPr>
          <p:cNvSpPr>
            <a:spLocks noGrp="1"/>
          </p:cNvSpPr>
          <p:nvPr/>
        </p:nvSpPr>
        <p:spPr>
          <a:xfrm rot="0">
            <a:off x="3581400" y="1547813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Visual encoder</a:t>
            </a:r>
          </a:p>
        </p:txBody>
      </p:sp>
      <p:sp>
        <p:nvSpPr>
          <p:cNvPr id="27" name="node-visual-encoder-detail" descr="source_id=node-visual-encoder-detail">
            <a:extLst>
              <a:ext uri="{FF2B5EF4-FFF2-40B4-BE49-F238E27FC236}">
                <a16:creationId id="{F8754D92-7FEF-471A-A29A-9F9EB22E5E54}"/>
              </a:ext>
            </a:extLst>
          </p:cNvPr>
          <p:cNvSpPr>
            <a:spLocks noGrp="1"/>
          </p:cNvSpPr>
          <p:nvPr/>
        </p:nvSpPr>
        <p:spPr>
          <a:xfrm rot="0">
            <a:off x="3581400" y="1938338"/>
            <a:ext cx="1562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ctr">
              <a:lnSpc>
                <a:spcPct val="108333"/>
              </a:lnSpc>
              <a:def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Visual representation</a:t>
            </a:r>
          </a:p>
        </p:txBody>
      </p:sp>
      <p:sp>
        <p:nvSpPr>
          <p:cNvPr id="28" name="node-text-encoder" descr="source_id=node-text-encoder">
            <a:extLst>
              <a:ext uri="{FF2B5EF4-FFF2-40B4-BE49-F238E27FC236}">
                <a16:creationId id="{CA83B88D-AF06-4583-9DCA-44812D01311D}"/>
              </a:ext>
            </a:extLst>
          </p:cNvPr>
          <p:cNvSpPr>
            <a:spLocks noGrp="1"/>
          </p:cNvSpPr>
          <p:nvPr/>
        </p:nvSpPr>
        <p:spPr>
          <a:xfrm rot="0">
            <a:off x="3429000" y="3733800"/>
            <a:ext cx="1866900" cy="1428750"/>
          </a:xfrm>
          <a:custGeom>
            <a:pathLst>
              <a:path w="1866900" h="1428750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333500"/>
                </a:lnTo>
                <a:cubicBezTo>
                  <a:pt x="1866900" y="1386105"/>
                  <a:pt x="1824255" y="1428750"/>
                  <a:pt x="17716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A">
              <a:alpha val="100000"/>
            </a:srgbClr>
          </a:solidFill>
          <a:ln w="14288" cap="rnd">
            <a:solidFill>
              <a:srgbClr val="3F6695">
                <a:alpha val="100000"/>
              </a:srgbClr>
            </a:solidFill>
            <a:prstDash val="solid"/>
            <a:round/>
          </a:ln>
        </p:spPr>
      </p:sp>
      <p:sp>
        <p:nvSpPr>
          <p:cNvPr id="29" name="node-text-encoder-label" descr="source_id=node-text-encoder-label">
            <a:extLst>
              <a:ext uri="{FF2B5EF4-FFF2-40B4-BE49-F238E27FC236}">
                <a16:creationId id="{4DC9AD56-A7CB-4ACB-BC3C-157F809D33C7}"/>
              </a:ext>
            </a:extLst>
          </p:cNvPr>
          <p:cNvSpPr>
            <a:spLocks noGrp="1"/>
          </p:cNvSpPr>
          <p:nvPr/>
        </p:nvSpPr>
        <p:spPr>
          <a:xfrm rot="0">
            <a:off x="3581400" y="4138613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Text encoder</a:t>
            </a:r>
          </a:p>
        </p:txBody>
      </p:sp>
      <p:sp>
        <p:nvSpPr>
          <p:cNvPr id="30" name="node-text-encoder-detail" descr="source_id=node-text-encoder-detail">
            <a:extLst>
              <a:ext uri="{FF2B5EF4-FFF2-40B4-BE49-F238E27FC236}">
                <a16:creationId id="{1AD27B05-9552-4F96-90E2-06C81F690A39}"/>
              </a:ext>
            </a:extLst>
          </p:cNvPr>
          <p:cNvSpPr>
            <a:spLocks noGrp="1"/>
          </p:cNvSpPr>
          <p:nvPr/>
        </p:nvSpPr>
        <p:spPr>
          <a:xfrm rot="0">
            <a:off x="3581400" y="4529138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ctr">
              <a:lnSpc>
                <a:spcPct val="108333"/>
              </a:lnSpc>
              <a:def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Text representation</a:t>
            </a:r>
          </a:p>
        </p:txBody>
      </p:sp>
      <p:sp>
        <p:nvSpPr>
          <p:cNvPr id="31" name="node-visual-features-layer-2" descr="source_id=node-visual-features-layer-2">
            <a:extLst>
              <a:ext uri="{FF2B5EF4-FFF2-40B4-BE49-F238E27FC236}">
                <a16:creationId id="{622CE62C-2AE8-463D-B8D0-1B51845D14DD}"/>
              </a:ext>
            </a:extLst>
          </p:cNvPr>
          <p:cNvSpPr>
            <a:spLocks noGrp="1"/>
          </p:cNvSpPr>
          <p:nvPr/>
        </p:nvSpPr>
        <p:spPr>
          <a:xfrm rot="0">
            <a:off x="6324600" y="1181100"/>
            <a:ext cx="1866900" cy="1428750"/>
          </a:xfrm>
          <a:custGeom>
            <a:pathLst>
              <a:path w="1866900" h="1428750">
                <a:moveTo>
                  <a:pt x="38100" y="0"/>
                </a:moveTo>
                <a:lnTo>
                  <a:pt x="1828800" y="0"/>
                </a:lnTo>
                <a:cubicBezTo>
                  <a:pt x="1849842" y="0"/>
                  <a:pt x="1866900" y="17058"/>
                  <a:pt x="1866900" y="38100"/>
                </a:cubicBezTo>
                <a:lnTo>
                  <a:pt x="1866900" y="1390650"/>
                </a:lnTo>
                <a:cubicBezTo>
                  <a:pt x="1866900" y="1411692"/>
                  <a:pt x="1849842" y="1428750"/>
                  <a:pt x="1828800" y="1428750"/>
                </a:cubicBezTo>
                <a:lnTo>
                  <a:pt x="38100" y="1428750"/>
                </a:lnTo>
                <a:cubicBezTo>
                  <a:pt x="17058" y="1428750"/>
                  <a:pt x="0" y="1411692"/>
                  <a:pt x="0" y="1390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5EF">
              <a:alpha val="100000"/>
            </a:srgbClr>
          </a:solidFill>
          <a:ln w="9525" cap="rnd">
            <a:solidFill>
              <a:srgbClr val="427A60">
                <a:alpha val="100000"/>
              </a:srgbClr>
            </a:solidFill>
            <a:prstDash val="solid"/>
            <a:round/>
          </a:ln>
        </p:spPr>
      </p:sp>
      <p:sp>
        <p:nvSpPr>
          <p:cNvPr id="32" name="node-visual-features-layer-1" descr="source_id=node-visual-features-layer-1">
            <a:extLst>
              <a:ext uri="{FF2B5EF4-FFF2-40B4-BE49-F238E27FC236}">
                <a16:creationId id="{9CA2E9D3-556E-4C34-A068-92E5D35828DF}"/>
              </a:ext>
            </a:extLst>
          </p:cNvPr>
          <p:cNvSpPr>
            <a:spLocks noGrp="1"/>
          </p:cNvSpPr>
          <p:nvPr/>
        </p:nvSpPr>
        <p:spPr>
          <a:xfrm rot="0">
            <a:off x="6286500" y="1219200"/>
            <a:ext cx="1866900" cy="1428750"/>
          </a:xfrm>
          <a:custGeom>
            <a:pathLst>
              <a:path w="1866900" h="1428750">
                <a:moveTo>
                  <a:pt x="38100" y="0"/>
                </a:moveTo>
                <a:lnTo>
                  <a:pt x="1828800" y="0"/>
                </a:lnTo>
                <a:cubicBezTo>
                  <a:pt x="1849842" y="0"/>
                  <a:pt x="1866900" y="17058"/>
                  <a:pt x="1866900" y="38100"/>
                </a:cubicBezTo>
                <a:lnTo>
                  <a:pt x="1866900" y="1390650"/>
                </a:lnTo>
                <a:cubicBezTo>
                  <a:pt x="1866900" y="1411692"/>
                  <a:pt x="1849842" y="1428750"/>
                  <a:pt x="1828800" y="1428750"/>
                </a:cubicBezTo>
                <a:lnTo>
                  <a:pt x="38100" y="1428750"/>
                </a:lnTo>
                <a:cubicBezTo>
                  <a:pt x="17058" y="1428750"/>
                  <a:pt x="0" y="1411692"/>
                  <a:pt x="0" y="1390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5EF">
              <a:alpha val="100000"/>
            </a:srgbClr>
          </a:solidFill>
          <a:ln w="9525" cap="rnd">
            <a:solidFill>
              <a:srgbClr val="427A60">
                <a:alpha val="100000"/>
              </a:srgbClr>
            </a:solidFill>
            <a:prstDash val="solid"/>
            <a:round/>
          </a:ln>
        </p:spPr>
      </p:sp>
      <p:sp>
        <p:nvSpPr>
          <p:cNvPr id="33" name="node-visual-features" descr="source_id=node-visual-features">
            <a:extLst>
              <a:ext uri="{FF2B5EF4-FFF2-40B4-BE49-F238E27FC236}">
                <a16:creationId id="{CF80D9BB-217F-4B3C-A8CF-3B7BBA2AA25C}"/>
              </a:ext>
            </a:extLst>
          </p:cNvPr>
          <p:cNvSpPr>
            <a:spLocks noGrp="1"/>
          </p:cNvSpPr>
          <p:nvPr/>
        </p:nvSpPr>
        <p:spPr>
          <a:xfrm rot="0">
            <a:off x="6248400" y="1257300"/>
            <a:ext cx="1866900" cy="1428750"/>
          </a:xfrm>
          <a:custGeom>
            <a:pathLst>
              <a:path w="1866900" h="1428750">
                <a:moveTo>
                  <a:pt x="38100" y="0"/>
                </a:moveTo>
                <a:lnTo>
                  <a:pt x="1828800" y="0"/>
                </a:lnTo>
                <a:cubicBezTo>
                  <a:pt x="1849842" y="0"/>
                  <a:pt x="1866900" y="17058"/>
                  <a:pt x="1866900" y="38100"/>
                </a:cubicBezTo>
                <a:lnTo>
                  <a:pt x="1866900" y="1390650"/>
                </a:lnTo>
                <a:cubicBezTo>
                  <a:pt x="1866900" y="1411692"/>
                  <a:pt x="1849842" y="1428750"/>
                  <a:pt x="1828800" y="1428750"/>
                </a:cubicBezTo>
                <a:lnTo>
                  <a:pt x="38100" y="1428750"/>
                </a:lnTo>
                <a:cubicBezTo>
                  <a:pt x="17058" y="1428750"/>
                  <a:pt x="0" y="1411692"/>
                  <a:pt x="0" y="1390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5EF">
              <a:alpha val="100000"/>
            </a:srgbClr>
          </a:solidFill>
          <a:ln w="14288" cap="rnd">
            <a:solidFill>
              <a:srgbClr val="427A60">
                <a:alpha val="100000"/>
              </a:srgbClr>
            </a:solidFill>
            <a:prstDash val="solid"/>
            <a:round/>
          </a:ln>
        </p:spPr>
      </p:sp>
      <p:sp>
        <p:nvSpPr>
          <p:cNvPr id="34" name="node-visual-features-label" descr="source_id=node-visual-features-label">
            <a:extLst>
              <a:ext uri="{FF2B5EF4-FFF2-40B4-BE49-F238E27FC236}">
                <a16:creationId id="{5CB62831-EF05-4781-8E02-1FF83DA536B3}"/>
              </a:ext>
            </a:extLst>
          </p:cNvPr>
          <p:cNvSpPr>
            <a:spLocks noGrp="1"/>
          </p:cNvSpPr>
          <p:nvPr/>
        </p:nvSpPr>
        <p:spPr>
          <a:xfrm rot="0">
            <a:off x="6400800" y="1833563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Visual features</a:t>
            </a:r>
          </a:p>
        </p:txBody>
      </p:sp>
      <p:sp>
        <p:nvSpPr>
          <p:cNvPr id="35" name="node-text-features-layer-2" descr="source_id=node-text-features-layer-2">
            <a:extLst>
              <a:ext uri="{FF2B5EF4-FFF2-40B4-BE49-F238E27FC236}">
                <a16:creationId id="{B33625DF-E90E-428D-8DC6-4D5119AF1FB6}"/>
              </a:ext>
            </a:extLst>
          </p:cNvPr>
          <p:cNvSpPr>
            <a:spLocks noGrp="1"/>
          </p:cNvSpPr>
          <p:nvPr/>
        </p:nvSpPr>
        <p:spPr>
          <a:xfrm rot="0">
            <a:off x="6324600" y="3657600"/>
            <a:ext cx="1866900" cy="1428750"/>
          </a:xfrm>
          <a:custGeom>
            <a:pathLst>
              <a:path w="1866900" h="1428750">
                <a:moveTo>
                  <a:pt x="38100" y="0"/>
                </a:moveTo>
                <a:lnTo>
                  <a:pt x="1828800" y="0"/>
                </a:lnTo>
                <a:cubicBezTo>
                  <a:pt x="1849842" y="0"/>
                  <a:pt x="1866900" y="17058"/>
                  <a:pt x="1866900" y="38100"/>
                </a:cubicBezTo>
                <a:lnTo>
                  <a:pt x="1866900" y="1390650"/>
                </a:lnTo>
                <a:cubicBezTo>
                  <a:pt x="1866900" y="1411692"/>
                  <a:pt x="1849842" y="1428750"/>
                  <a:pt x="1828800" y="1428750"/>
                </a:cubicBezTo>
                <a:lnTo>
                  <a:pt x="38100" y="1428750"/>
                </a:lnTo>
                <a:cubicBezTo>
                  <a:pt x="17058" y="1428750"/>
                  <a:pt x="0" y="1411692"/>
                  <a:pt x="0" y="1390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5EF">
              <a:alpha val="100000"/>
            </a:srgbClr>
          </a:solidFill>
          <a:ln w="9525" cap="rnd">
            <a:solidFill>
              <a:srgbClr val="427A60">
                <a:alpha val="100000"/>
              </a:srgbClr>
            </a:solidFill>
            <a:prstDash val="solid"/>
            <a:round/>
          </a:ln>
        </p:spPr>
      </p:sp>
      <p:sp>
        <p:nvSpPr>
          <p:cNvPr id="36" name="node-text-features-layer-1" descr="source_id=node-text-features-layer-1">
            <a:extLst>
              <a:ext uri="{FF2B5EF4-FFF2-40B4-BE49-F238E27FC236}">
                <a16:creationId id="{51E01BF6-145E-4D97-A118-09B025A6F835}"/>
              </a:ext>
            </a:extLst>
          </p:cNvPr>
          <p:cNvSpPr>
            <a:spLocks noGrp="1"/>
          </p:cNvSpPr>
          <p:nvPr/>
        </p:nvSpPr>
        <p:spPr>
          <a:xfrm rot="0">
            <a:off x="6286500" y="3695700"/>
            <a:ext cx="1866900" cy="1428750"/>
          </a:xfrm>
          <a:custGeom>
            <a:pathLst>
              <a:path w="1866900" h="1428750">
                <a:moveTo>
                  <a:pt x="38100" y="0"/>
                </a:moveTo>
                <a:lnTo>
                  <a:pt x="1828800" y="0"/>
                </a:lnTo>
                <a:cubicBezTo>
                  <a:pt x="1849842" y="0"/>
                  <a:pt x="1866900" y="17058"/>
                  <a:pt x="1866900" y="38100"/>
                </a:cubicBezTo>
                <a:lnTo>
                  <a:pt x="1866900" y="1390650"/>
                </a:lnTo>
                <a:cubicBezTo>
                  <a:pt x="1866900" y="1411692"/>
                  <a:pt x="1849842" y="1428750"/>
                  <a:pt x="1828800" y="1428750"/>
                </a:cubicBezTo>
                <a:lnTo>
                  <a:pt x="38100" y="1428750"/>
                </a:lnTo>
                <a:cubicBezTo>
                  <a:pt x="17058" y="1428750"/>
                  <a:pt x="0" y="1411692"/>
                  <a:pt x="0" y="1390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5EF">
              <a:alpha val="100000"/>
            </a:srgbClr>
          </a:solidFill>
          <a:ln w="9525" cap="rnd">
            <a:solidFill>
              <a:srgbClr val="427A60">
                <a:alpha val="100000"/>
              </a:srgbClr>
            </a:solidFill>
            <a:prstDash val="solid"/>
            <a:round/>
          </a:ln>
        </p:spPr>
      </p:sp>
      <p:sp>
        <p:nvSpPr>
          <p:cNvPr id="37" name="node-text-features" descr="source_id=node-text-features">
            <a:extLst>
              <a:ext uri="{FF2B5EF4-FFF2-40B4-BE49-F238E27FC236}">
                <a16:creationId id="{660B01BE-FCEE-4A35-BDD8-A303FF767E5C}"/>
              </a:ext>
            </a:extLst>
          </p:cNvPr>
          <p:cNvSpPr>
            <a:spLocks noGrp="1"/>
          </p:cNvSpPr>
          <p:nvPr/>
        </p:nvSpPr>
        <p:spPr>
          <a:xfrm rot="0">
            <a:off x="6248400" y="3733800"/>
            <a:ext cx="1866900" cy="1428750"/>
          </a:xfrm>
          <a:custGeom>
            <a:pathLst>
              <a:path w="1866900" h="1428750">
                <a:moveTo>
                  <a:pt x="38100" y="0"/>
                </a:moveTo>
                <a:lnTo>
                  <a:pt x="1828800" y="0"/>
                </a:lnTo>
                <a:cubicBezTo>
                  <a:pt x="1849842" y="0"/>
                  <a:pt x="1866900" y="17058"/>
                  <a:pt x="1866900" y="38100"/>
                </a:cubicBezTo>
                <a:lnTo>
                  <a:pt x="1866900" y="1390650"/>
                </a:lnTo>
                <a:cubicBezTo>
                  <a:pt x="1866900" y="1411692"/>
                  <a:pt x="1849842" y="1428750"/>
                  <a:pt x="1828800" y="1428750"/>
                </a:cubicBezTo>
                <a:lnTo>
                  <a:pt x="38100" y="1428750"/>
                </a:lnTo>
                <a:cubicBezTo>
                  <a:pt x="17058" y="1428750"/>
                  <a:pt x="0" y="1411692"/>
                  <a:pt x="0" y="1390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5EF">
              <a:alpha val="100000"/>
            </a:srgbClr>
          </a:solidFill>
          <a:ln w="14288" cap="rnd">
            <a:solidFill>
              <a:srgbClr val="427A60">
                <a:alpha val="100000"/>
              </a:srgbClr>
            </a:solidFill>
            <a:prstDash val="solid"/>
            <a:round/>
          </a:ln>
        </p:spPr>
      </p:sp>
      <p:sp>
        <p:nvSpPr>
          <p:cNvPr id="38" name="node-text-features-label" descr="source_id=node-text-features-label">
            <a:extLst>
              <a:ext uri="{FF2B5EF4-FFF2-40B4-BE49-F238E27FC236}">
                <a16:creationId id="{FB0A9A65-A480-4753-83E2-540E664E4AC9}"/>
              </a:ext>
            </a:extLst>
          </p:cNvPr>
          <p:cNvSpPr>
            <a:spLocks noGrp="1"/>
          </p:cNvSpPr>
          <p:nvPr/>
        </p:nvSpPr>
        <p:spPr>
          <a:xfrm rot="0">
            <a:off x="6400800" y="4310063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Text features</a:t>
            </a:r>
          </a:p>
        </p:txBody>
      </p:sp>
      <p:sp>
        <p:nvSpPr>
          <p:cNvPr id="39" name="node-fusion" descr="source_id=node-fusion">
            <a:extLst>
              <a:ext uri="{FF2B5EF4-FFF2-40B4-BE49-F238E27FC236}">
                <a16:creationId id="{1CBB6C91-C55B-4A27-AAC9-88B99D631171}"/>
              </a:ext>
            </a:extLst>
          </p:cNvPr>
          <p:cNvSpPr>
            <a:spLocks noGrp="1"/>
          </p:cNvSpPr>
          <p:nvPr/>
        </p:nvSpPr>
        <p:spPr>
          <a:xfrm rot="0">
            <a:off x="9067800" y="2495550"/>
            <a:ext cx="1866900" cy="1428750"/>
          </a:xfrm>
          <a:custGeom>
            <a:pathLst>
              <a:path w="1866900" h="1428750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333500"/>
                </a:lnTo>
                <a:cubicBezTo>
                  <a:pt x="1866900" y="1386105"/>
                  <a:pt x="1824255" y="1428750"/>
                  <a:pt x="17716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BE8FA">
              <a:alpha val="100000"/>
            </a:srgbClr>
          </a:solidFill>
          <a:ln w="20955" cap="rnd">
            <a:solidFill>
              <a:srgbClr val="285B99">
                <a:alpha val="100000"/>
              </a:srgbClr>
            </a:solidFill>
            <a:prstDash val="solid"/>
            <a:round/>
          </a:ln>
        </p:spPr>
      </p:sp>
      <p:sp>
        <p:nvSpPr>
          <p:cNvPr id="40" name="node-fusion-label" descr="source_id=node-fusion-label">
            <a:extLst>
              <a:ext uri="{FF2B5EF4-FFF2-40B4-BE49-F238E27FC236}">
                <a16:creationId id="{03B14658-E420-4D2D-9C8E-F896B05286F7}"/>
              </a:ext>
            </a:extLst>
          </p:cNvPr>
          <p:cNvSpPr>
            <a:spLocks noGrp="1"/>
          </p:cNvSpPr>
          <p:nvPr/>
        </p:nvSpPr>
        <p:spPr>
          <a:xfrm rot="0">
            <a:off x="9220200" y="2900363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 fusion</a:t>
            </a:r>
          </a:p>
        </p:txBody>
      </p:sp>
      <p:sp>
        <p:nvSpPr>
          <p:cNvPr id="41" name="node-fusion-detail" descr="source_id=node-fusion-detail">
            <a:extLst>
              <a:ext uri="{FF2B5EF4-FFF2-40B4-BE49-F238E27FC236}">
                <a16:creationId id="{601CCDA2-0E36-4C1F-95A8-F7720B30F1F9}"/>
              </a:ext>
            </a:extLst>
          </p:cNvPr>
          <p:cNvSpPr>
            <a:spLocks noGrp="1"/>
          </p:cNvSpPr>
          <p:nvPr/>
        </p:nvSpPr>
        <p:spPr>
          <a:xfrm rot="0">
            <a:off x="9220200" y="3290888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ctr">
              <a:lnSpc>
                <a:spcPct val="108333"/>
              </a:lnSpc>
              <a:def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Joint representation</a:t>
            </a:r>
          </a:p>
        </p:txBody>
      </p:sp>
      <p:sp>
        <p:nvSpPr>
          <p:cNvPr id="42" name="node-head" descr="source_id=node-head">
            <a:extLst>
              <a:ext uri="{FF2B5EF4-FFF2-40B4-BE49-F238E27FC236}">
                <a16:creationId id="{BA79E54A-BF1A-49C5-B229-2DE6D377B36C}"/>
              </a:ext>
            </a:extLst>
          </p:cNvPr>
          <p:cNvSpPr>
            <a:spLocks noGrp="1"/>
          </p:cNvSpPr>
          <p:nvPr/>
        </p:nvSpPr>
        <p:spPr>
          <a:xfrm rot="0">
            <a:off x="11887200" y="2495550"/>
            <a:ext cx="1866900" cy="1428750"/>
          </a:xfrm>
          <a:custGeom>
            <a:pathLst>
              <a:path w="1866900" h="1428750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333500"/>
                </a:lnTo>
                <a:cubicBezTo>
                  <a:pt x="1866900" y="1386105"/>
                  <a:pt x="1824255" y="1428750"/>
                  <a:pt x="17716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A">
              <a:alpha val="100000"/>
            </a:srgbClr>
          </a:solidFill>
          <a:ln w="14288" cap="rnd">
            <a:solidFill>
              <a:srgbClr val="3F6695">
                <a:alpha val="100000"/>
              </a:srgbClr>
            </a:solidFill>
            <a:prstDash val="solid"/>
            <a:round/>
          </a:ln>
        </p:spPr>
      </p:sp>
      <p:sp>
        <p:nvSpPr>
          <p:cNvPr id="43" name="node-head-label" descr="source_id=node-head-label">
            <a:extLst>
              <a:ext uri="{FF2B5EF4-FFF2-40B4-BE49-F238E27FC236}">
                <a16:creationId id="{A83AD0EF-62EC-4B63-BE78-450668AB50D2}"/>
              </a:ext>
            </a:extLst>
          </p:cNvPr>
          <p:cNvSpPr>
            <a:spLocks noGrp="1"/>
          </p:cNvSpPr>
          <p:nvPr/>
        </p:nvSpPr>
        <p:spPr>
          <a:xfrm rot="0">
            <a:off x="12039600" y="2647950"/>
            <a:ext cx="1562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Prediction head</a:t>
            </a:r>
          </a:p>
        </p:txBody>
      </p:sp>
      <p:sp>
        <p:nvSpPr>
          <p:cNvPr id="44" name="node-head-detail" descr="source_id=node-head-detail">
            <a:extLst>
              <a:ext uri="{FF2B5EF4-FFF2-40B4-BE49-F238E27FC236}">
                <a16:creationId id="{284B3E32-3F9E-4C92-9D5A-87FD8A024F69}"/>
              </a:ext>
            </a:extLst>
          </p:cNvPr>
          <p:cNvSpPr>
            <a:spLocks noGrp="1"/>
          </p:cNvSpPr>
          <p:nvPr/>
        </p:nvSpPr>
        <p:spPr>
          <a:xfrm rot="0">
            <a:off x="12039600" y="3314700"/>
            <a:ext cx="1562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ctr">
              <a:lnSpc>
                <a:spcPct val="108333"/>
              </a:lnSpc>
              <a:def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Task-specific mapping</a:t>
            </a:r>
          </a:p>
        </p:txBody>
      </p:sp>
      <p:sp>
        <p:nvSpPr>
          <p:cNvPr id="45" name="node-output" descr="source_id=node-output">
            <a:extLst>
              <a:ext uri="{FF2B5EF4-FFF2-40B4-BE49-F238E27FC236}">
                <a16:creationId id="{13CB7A89-1BF3-49BC-B06B-5ED61059215C}"/>
              </a:ext>
            </a:extLst>
          </p:cNvPr>
          <p:cNvSpPr>
            <a:spLocks noGrp="1"/>
          </p:cNvSpPr>
          <p:nvPr/>
        </p:nvSpPr>
        <p:spPr>
          <a:xfrm rot="0">
            <a:off x="14706600" y="2495550"/>
            <a:ext cx="1866900" cy="1428750"/>
          </a:xfrm>
          <a:custGeom>
            <a:pathLst>
              <a:path w="1866900" h="1428750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333500"/>
                </a:lnTo>
                <a:cubicBezTo>
                  <a:pt x="1866900" y="1386105"/>
                  <a:pt x="1824255" y="1428750"/>
                  <a:pt x="17716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2EFF9">
              <a:alpha val="100000"/>
            </a:srgbClr>
          </a:solidFill>
          <a:ln w="14288" cap="rnd">
            <a:solidFill>
              <a:srgbClr val="79649B">
                <a:alpha val="100000"/>
              </a:srgbClr>
            </a:solidFill>
            <a:prstDash val="solid"/>
            <a:round/>
          </a:ln>
        </p:spPr>
      </p:sp>
      <p:sp>
        <p:nvSpPr>
          <p:cNvPr id="46" name="node-output-label" descr="source_id=node-output-label">
            <a:extLst>
              <a:ext uri="{FF2B5EF4-FFF2-40B4-BE49-F238E27FC236}">
                <a16:creationId id="{766F146A-18EC-4BD4-B47C-4B2BF9B0BAF7}"/>
              </a:ext>
            </a:extLst>
          </p:cNvPr>
          <p:cNvSpPr>
            <a:spLocks noGrp="1"/>
          </p:cNvSpPr>
          <p:nvPr/>
        </p:nvSpPr>
        <p:spPr>
          <a:xfrm rot="0">
            <a:off x="14859000" y="3071813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47" name="figure-title" descr="source_id=figure-title">
            <a:extLst>
              <a:ext uri="{FF2B5EF4-FFF2-40B4-BE49-F238E27FC236}">
                <a16:creationId id="{4DE529B5-2197-4919-B8F5-5D99EB1FEF8F}"/>
              </a:ext>
            </a:extLst>
          </p:cNvPr>
          <p:cNvSpPr>
            <a:spLocks noGrp="1"/>
          </p:cNvSpPr>
          <p:nvPr/>
        </p:nvSpPr>
        <p:spPr>
          <a:xfrm rot="0">
            <a:off x="609600" y="209550"/>
            <a:ext cx="15963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3100" rIns="0" bIns="23100" anchor="ctr">
            <a:noAutofit/>
          </a:bodyPr>
          <a:lstStyle/>
          <a:p>
            <a:pPr algn="l">
              <a:lnSpc>
                <a:spcPct val="108333"/>
              </a:lnSpc>
              <a:defRPr sz="19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Dual-stream representation fusion</a:t>
            </a:r>
          </a:p>
        </p:txBody>
      </p:sp>
      <p:sp>
        <p:nvSpPr>
          <p:cNvPr id="48" name="figure-caption" descr="source_id=figure-caption">
            <a:extLst>
              <a:ext uri="{FF2B5EF4-FFF2-40B4-BE49-F238E27FC236}">
                <a16:creationId id="{89BA02B2-1ECE-433C-85C6-755712FCE633}"/>
              </a:ext>
            </a:extLst>
          </p:cNvPr>
          <p:cNvSpPr>
            <a:spLocks noGrp="1"/>
          </p:cNvSpPr>
          <p:nvPr/>
        </p:nvSpPr>
        <p:spPr>
          <a:xfrm rot="0">
            <a:off x="609600" y="5638800"/>
            <a:ext cx="159639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017" rIns="0" bIns="12017" anchor="ctr">
            <a:noAutofit/>
          </a:bodyPr>
          <a:lstStyle/>
          <a:p>
            <a:pPr algn="l">
              <a:lnSpc>
                <a:spcPct val="108333"/>
              </a:lnSpc>
              <a:defRPr sz="120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Illustrative architecture. Parallel branches meet at the fusion module; stacked cards represent tensors, without implying a particular tensor shape.</a:t>
            </a:r>
          </a:p>
        </p:txBody>
      </p:sp>
    </p:spTree>
    <p:extLst>
      <p:ext uri="{BB962C8B-B14F-4D97-AF65-F5344CB8AC3E}">
        <p14:creationId val="1394814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2026-10-05T05:07:13.9010000Z</dcterms:created>
  <dcterms:modified xsi:type="dcterms:W3CDTF">2026-10-05T05:07:13.9010000Z</dcterms:modified>
</coreProperties>
</file>