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svg" ContentType="image/sv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4744e5988b4fe4" /><Relationship Type="http://schemas.openxmlformats.org/officeDocument/2006/relationships/extended-properties" Target="/docProps/app.xml" Id="Rb996d23428084b23" /><Relationship Type="http://schemas.openxmlformats.org/officeDocument/2006/relationships/officeDocument" Target="/ppt/presentation.xml" Id="R27ca8b7df0bf49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6e60126234be9"/>
  </p:sldMasterIdLst>
  <p:notesMasterIdLst>
    <p:notesMasterId xmlns:r="http://schemas.openxmlformats.org/officeDocument/2006/relationships" r:id="R851c88e3c7fc4239"/>
  </p:notesMasterIdLst>
  <p:sldIdLst>
    <p:sldId xmlns:r="http://schemas.openxmlformats.org/officeDocument/2006/relationships" id="256" r:id="Ra40eb04eaf6a426e"/>
  </p:sldIdLst>
  <p:sldSz cx="6096000" cy="266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a6f1a638b04fcb" /><Relationship Type="http://schemas.openxmlformats.org/officeDocument/2006/relationships/slideMaster" Target="/ppt/slideMasters/slideMaster1.xml" Id="R8fe6e60126234be9" /><Relationship Type="http://schemas.openxmlformats.org/officeDocument/2006/relationships/notesMaster" Target="/ppt/notesMasters/notesMaster1.xml" Id="R851c88e3c7fc4239" /><Relationship Type="http://schemas.openxmlformats.org/officeDocument/2006/relationships/presProps" Target="/ppt/presProps.xml" Id="R5ffa28cff334417e" /><Relationship Type="http://schemas.openxmlformats.org/officeDocument/2006/relationships/tableStyles" Target="/ppt/tableStyles.xml" Id="Rcf3bff30c6b54f4b" /><Relationship Type="http://schemas.openxmlformats.org/officeDocument/2006/relationships/slide" Target="/ppt/slides/slide1.xml" Id="Ra40eb04eaf6a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8a96cc99d4e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9b2873d4d4c5f" /><Relationship Type="http://schemas.openxmlformats.org/officeDocument/2006/relationships/notesMaster" Target="/ppt/notesMasters/notesMaster1.xml" Id="Rb399a8346f454c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self-generated validation diagram; no paper data</a:t>
            </a:r>
          </a:p>
          <a:p xmlns:a="http://schemas.openxmlformats.org/drawingml/2006/main">
            <a:r>
              <a:t>Classification: generated_diagram. Original SHA256: 4892521f363807c6663115b501541c5592d49420d0d80a6c35e3eeba373f5f02. Recognition: calling_host. Synthetic forward test of all four real font faces, explicit baseline/leading, frozen generated formulas, label attachments and stable connector IDs. Not paper evidence.</a:t>
            </a:r>
          </a:p>
          <a:p xmlns:a="http://schemas.openxmlformats.org/drawingml/2006/main">
            <a:r>
              <a:t>Reconstruction with editable geometry and separate text; raster panels remain raster. Font adapted to configured Times New Roman. This reconstruction does not add new experimental evidence. Visual acceptance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4585292bb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d210649fbc4aad" /><Relationship Type="http://schemas.openxmlformats.org/officeDocument/2006/relationships/slideLayout" Target="/ppt/slideLayouts/slideLayout1.xml" Id="Rf133a3d12adf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3a3d12adf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81701fda455439a" /><Relationship Type="http://schemas.openxmlformats.org/officeDocument/2006/relationships/image" Target="/ppt/media/image.png" Id="R6d4b45eaa030406c" /><Relationship Type="http://schemas.openxmlformats.org/officeDocument/2006/relationships/image" Target="/ppt/media/image2.png" Id="R25c4e91437254572" /><Relationship Type="http://schemas.openxmlformats.org/officeDocument/2006/relationships/notesSlide" Target="/ppt/notesSlides/notesSlide1.xml" Id="R752c52351ebc4dab" /><Relationship Id="rId1" Type="http://schemas.openxmlformats.org/officeDocument/2006/relationships/image" Target="../media/formula-2f187e29b8244de5037bec585b4f2e60d8e61396d9a1594cde836914f884c617.svg" /></Relationships>
</file>

<file path=ppt/slides/slide1.xml><?xml version="1.0" encoding="utf-8"?>
<p:sld xmlns:a="http://schemas.openxmlformats.org/drawingml/2006/main" xmlns:a16="http://schemas.microsoft.com/office/drawing/2014/main" xmlns:asvg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8" name="attached.module-a"/>
          <p:cNvGrpSpPr/>
          <p:nvPr/>
        </p:nvGrpSpPr>
        <p:grpSpPr>
          <a:xfrm>
            <a:off x="723900" y="819150"/>
            <a:ext cx="1600200" cy="1079897"/>
            <a:chOff x="723900" y="819150"/>
            <a:chExt cx="1600200" cy="1079897"/>
          </a:xfrm>
        </p:grpSpPr>
        <p:sp>
          <p:nvSpPr>
            <p:cNvPr id="10" name="module-a" descr="source_id=module-a">
              <a:extLst>
                <a:ext uri="{FF2B5EF4-FFF2-40B4-BE49-F238E27FC236}">
                  <a16:creationId id="{C4B8955E-B656-439E-BA0B-69919A31091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62000" y="857250"/>
              <a:ext cx="1524000" cy="762000"/>
            </a:xfrm>
            <a:custGeom>
              <a:cxnLst>
                <a:cxn ang="16200000">
                  <a:pos x="762000" y="0"/>
                </a:cxn>
                <a:cxn ang="10800000">
                  <a:pos x="0" y="381000"/>
                </a:cxn>
                <a:cxn ang="5400000">
                  <a:pos x="762000" y="762000"/>
                </a:cxn>
                <a:cxn ang="0">
                  <a:pos x="1524000" y="381000"/>
                </a:cxn>
              </a:cxnLst>
              <a:pathLst>
                <a:path w="1524000" h="762000">
                  <a:moveTo>
                    <a:pt x="0" y="0"/>
                  </a:moveTo>
                  <a:lnTo>
                    <a:pt x="1524000" y="0"/>
                  </a:lnTo>
                  <a:lnTo>
                    <a:pt x="152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9F2FD">
                <a:alpha val="100000"/>
              </a:srgbClr>
            </a:solidFill>
            <a:ln w="19050">
              <a:solidFill>
                <a:srgbClr val="333333">
                  <a:alpha val="100000"/>
                </a:srgbClr>
              </a:solidFill>
              <a:prstDash val="solid"/>
            </a:ln>
          </p:spPr>
        </p:sp>
        <p:sp>
          <p:nvSpPr>
            <p:cNvPr id="2" name="label-a" descr="source_id=label-a">
              <a:extLst>
                <a:ext uri="{FF2B5EF4-FFF2-40B4-BE49-F238E27FC236}">
                  <a16:creationId id="{0930125F-12FD-447A-8A50-7B20A06F8BB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09435" y="876300"/>
              <a:ext cx="629130" cy="2971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39793" rIns="0" bIns="0" anchor="t">
              <a:noAutofit/>
            </a:bodyPr>
            <a:lstStyle/>
            <a:p>
              <a:pPr algn="ctr">
                <a:lnSpc>
                  <a:spcPts val="1800"/>
                </a:lnSpc>
                <a:defRPr sz="1500" b="0" i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Regular</a:t>
              </a:r>
            </a:p>
          </p:txBody>
        </p:sp>
        <p:sp>
          <p:nvSpPr>
            <p:cNvPr id="3" name="label-a-bold" descr="source_id=label-a-bold">
              <a:extLst>
                <a:ext uri="{FF2B5EF4-FFF2-40B4-BE49-F238E27FC236}">
                  <a16:creationId id="{7213BFB6-155C-44ED-95E0-B6679AD2D9C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321975" y="1278043"/>
              <a:ext cx="404051" cy="259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>
                <a:defRPr sz="1500" b="1" i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Bold</a:t>
              </a:r>
            </a:p>
          </p:txBody>
        </p:sp>
        <p:pic>
          <p:nvPicPr>
            <p:cNvPr id="13" name="formula-a" descr="source_id=formula-a"/>
            <p:cNvPicPr>
              <a:picLocks noChangeAspect="1"/>
            </p:cNvPicPr>
            <p:nvPr/>
          </p:nvPicPr>
          <p:blipFill>
            <a:blip r:embed="R6d4b45eaa030406c">
              <a:extLst>
                <a:ext uri="{96DAC541-7B7A-43D3-8B79-37D633B846F1}">
                  <asvg:svgBlip r:embed="rId1"/>
                </a:ext>
              </a:extLst>
            </a:blip>
            <a:srcRect l="0" t="0" r="0" b="0"/>
            <a:stretch/>
          </p:blipFill>
          <p:spPr>
            <a:xfrm>
              <a:off x="1271588" y="1758553"/>
              <a:ext cx="504825" cy="140494"/>
            </a:xfrm>
            <a:prstGeom prst="rect">
              <a:avLst/>
            </a:prstGeom>
          </p:spPr>
        </p:pic>
      </p:grpSp>
      <p:grpSp>
        <p:nvGrpSpPr>
          <p:cNvPr id="19" name="attached.module-b"/>
          <p:cNvGrpSpPr/>
          <p:nvPr/>
        </p:nvGrpSpPr>
        <p:grpSpPr>
          <a:xfrm>
            <a:off x="3581400" y="1047750"/>
            <a:ext cx="1600200" cy="1079897"/>
            <a:chOff x="3581400" y="1047750"/>
            <a:chExt cx="1600200" cy="1079897"/>
          </a:xfrm>
        </p:grpSpPr>
        <p:sp>
          <p:nvSpPr>
            <p:cNvPr id="5" name="module-b" descr="source_id=module-b">
              <a:extLst>
                <a:ext uri="{FF2B5EF4-FFF2-40B4-BE49-F238E27FC236}">
                  <a16:creationId id="{6672155A-9E16-47D8-9A50-5C412DC8C45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19500" y="1085850"/>
              <a:ext cx="1524000" cy="762000"/>
            </a:xfrm>
            <a:custGeom>
              <a:cxnLst>
                <a:cxn ang="16200000">
                  <a:pos x="762000" y="0"/>
                </a:cxn>
                <a:cxn ang="10800000">
                  <a:pos x="0" y="381000"/>
                </a:cxn>
                <a:cxn ang="5400000">
                  <a:pos x="762000" y="762000"/>
                </a:cxn>
                <a:cxn ang="0">
                  <a:pos x="1524000" y="381000"/>
                </a:cxn>
              </a:cxnLst>
              <a:pathLst>
                <a:path w="1524000" h="762000">
                  <a:moveTo>
                    <a:pt x="0" y="0"/>
                  </a:moveTo>
                  <a:lnTo>
                    <a:pt x="1524000" y="0"/>
                  </a:lnTo>
                  <a:lnTo>
                    <a:pt x="152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E9F2FD">
                <a:alpha val="100000"/>
              </a:srgbClr>
            </a:solidFill>
            <a:ln w="19050">
              <a:solidFill>
                <a:srgbClr val="333333">
                  <a:alpha val="100000"/>
                </a:srgbClr>
              </a:solidFill>
              <a:prstDash val="solid"/>
            </a:ln>
          </p:spPr>
        </p:sp>
        <p:sp>
          <p:nvSpPr>
            <p:cNvPr id="6" name="label-b" descr="source_id=label-b">
              <a:extLst>
                <a:ext uri="{FF2B5EF4-FFF2-40B4-BE49-F238E27FC236}">
                  <a16:creationId id="{6D478A6F-92C7-426B-8D3A-EA14B308ACD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163711" y="1144693"/>
              <a:ext cx="435579" cy="259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>
                <a:defRPr sz="1500" b="0" i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Italic</a:t>
              </a:r>
            </a:p>
          </p:txBody>
        </p:sp>
        <p:sp>
          <p:nvSpPr>
            <p:cNvPr id="7" name="label-b-bold-italic" descr="source_id=label-b-bold-italic">
              <a:extLst>
                <a:ext uri="{FF2B5EF4-FFF2-40B4-BE49-F238E27FC236}">
                  <a16:creationId id="{28B88CE6-1878-416E-AC82-85619816F88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949305" y="1506643"/>
              <a:ext cx="864390" cy="2590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>
                <a:defRPr sz="1500" b="1" i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1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Bold Italic</a:t>
              </a:r>
            </a:p>
          </p:txBody>
        </p:sp>
        <p:pic>
          <p:nvPicPr>
            <p:cNvPr id="17" name="formula-b" descr="source_id=formula-b"/>
            <p:cNvPicPr>
              <a:picLocks noChangeAspect="1"/>
            </p:cNvPicPr>
            <p:nvPr/>
          </p:nvPicPr>
          <p:blipFill>
            <a:blip r:embed="R25c4e91437254572"/>
            <a:srcRect l="0" t="0" r="0" b="0"/>
            <a:stretch/>
          </p:blipFill>
          <p:spPr>
            <a:xfrm>
              <a:off x="4129088" y="1987153"/>
              <a:ext cx="504825" cy="140494"/>
            </a:xfrm>
            <a:prstGeom prst="rect">
              <a:avLst/>
            </a:prstGeom>
          </p:spPr>
        </p:pic>
      </p:grpSp>
      <p:cxnSp>
        <p:nvCxnSpPr>
          <p:cNvPr id="9" name="flow-ab" descr="source_id=flow-ab">
            <a:extLst>
              <a:ext uri="{FF2B5EF4-FFF2-40B4-BE49-F238E27FC236}">
                <a16:creationId id="{B13E756A-0562-4159-9143-D8093BC93DBD}"/>
              </a:ext>
            </a:extLst>
          </p:cNvPr>
          <p:cNvCxnSpPr>
            <a:stCxn id="10" idx="3"/>
            <a:endCxn id="5" idx="1"/>
          </p:cNvCxnSpPr>
          <p:nvPr/>
        </p:nvCxnSpPr>
        <p:spPr>
          <a:xfrm rot="0">
            <a:off x="2286000" y="1238250"/>
            <a:ext cx="1333500" cy="2286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333333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val="1747531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2026-10-03T07:20:19.3020000Z</dcterms:created>
  <dcterms:modified xsi:type="dcterms:W3CDTF">2026-10-03T07:20:19.3020000Z</dcterms:modified>
</coreProperties>
</file>